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Cross-Browser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paragraph content for slide 1.</a:t>
            </a:r>
          </a:p>
          <a:p>
            <a:r>
              <a:t>Cross-browser PPT upload verification.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Cross-Browser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paragraph content for slide 2.</a:t>
            </a:r>
          </a:p>
          <a:p>
            <a:r>
              <a:t>Cross-browser PPT upload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